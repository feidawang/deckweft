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/>
            </a:r>
            <a:endParaRPr lang="en-US" sz="1200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Example copy, written for this demonstration. Not external research.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Example copy, written for this demonstration. Not external research.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Example copy, written for this demonstration. Not external research.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Example copy, written for this demonstration. Not external research.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Example copy, written for this demonstration. Not external research.</a:t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Example copy, written for this demonstration. Not external research.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west request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welcome_en_1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Liberation Sans"/>
                <a:ea typeface="Liberation Sans"/>
              </a:rPr>
              <a:t xml:space="preserve">A CLEARER WAY TO PRESENT</a:t>
            </a:r>
            <a:endParaRPr lang="en-US" sz="1200"/>
          </a:p>
        </p:txBody>
      </p:sp>
      <p:sp>
        <p:nvSpPr>
          <p:cNvPr id="3" name="slide_welcome_en_1_shape_1"/>
          <p:cNvSpPr/>
          <p:nvPr/>
        </p:nvSpPr>
        <p:spPr>
          <a:xfrm>
            <a:off x="514350" y="1276350"/>
            <a:ext cx="38100" cy="294894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4" name="slide_welcome_en_1_title_2"/>
          <p:cNvSpPr txBox="1"/>
          <p:nvPr/>
        </p:nvSpPr>
        <p:spPr>
          <a:xfrm>
            <a:off x="781050" y="1238250"/>
            <a:ext cx="5538216" cy="466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59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5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Newest request</a:t>
            </a:r>
            <a:endParaRPr lang="en-US" sz="4950"/>
          </a:p>
        </p:txBody>
      </p:sp>
      <p:sp>
        <p:nvSpPr>
          <p:cNvPr id="5" name="slide_welcome_en_1_body_3"/>
          <p:cNvSpPr txBox="1"/>
          <p:nvPr/>
        </p:nvSpPr>
        <p:spPr>
          <a:xfrm>
            <a:off x="6776466" y="1466850"/>
            <a:ext cx="4901184" cy="459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A local-first studio for turning a </a:t>
            </a:r>
            <a:endParaRPr lang="en-US" sz="2400"/>
          </a:p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rough outline into a story people </a:t>
            </a:r>
            <a:endParaRPr lang="en-US" sz="2400"/>
          </a:p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can follow.</a:t>
            </a:r>
            <a:endParaRPr lang="en-US" sz="2400"/>
          </a:p>
        </p:txBody>
      </p:sp>
      <p:sp>
        <p:nvSpPr>
          <p:cNvPr id="6" name="slide_welcome_en_1_shape_4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7" name="slide_welcome_en_1_footer_5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01 / 06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ange the words. Keep the structure.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welcome_en_2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Liberation Sans"/>
                <a:ea typeface="Liberation Sans"/>
              </a:rPr>
              <a:t xml:space="preserve">THE PRINCIPLE</a:t>
            </a:r>
            <a:endParaRPr lang="en-US" sz="1200"/>
          </a:p>
        </p:txBody>
      </p:sp>
      <p:sp>
        <p:nvSpPr>
          <p:cNvPr id="3" name="slide_welcome_en_2_title_1"/>
          <p:cNvSpPr txBox="1"/>
          <p:nvPr/>
        </p:nvSpPr>
        <p:spPr>
          <a:xfrm>
            <a:off x="514350" y="1143000"/>
            <a:ext cx="11163300" cy="1303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Change the words.</a:t>
            </a:r>
            <a:endParaRPr lang="en-US" sz="4200"/>
          </a:p>
          <a:p>
            <a:pPr marL="0" indent="0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Keep the structure.</a:t>
            </a:r>
            <a:endParaRPr lang="en-US" sz="4200"/>
          </a:p>
        </p:txBody>
      </p:sp>
      <p:sp>
        <p:nvSpPr>
          <p:cNvPr id="4" name="slide_welcome_en_2_body_2"/>
          <p:cNvSpPr txBox="1"/>
          <p:nvPr/>
        </p:nvSpPr>
        <p:spPr>
          <a:xfrm>
            <a:off x="514350" y="2750820"/>
            <a:ext cx="11163300" cy="992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Your content and its layout live in separate places. Change one without losing the other.</a:t>
            </a:r>
            <a:endParaRPr lang="en-US" sz="1875"/>
          </a:p>
        </p:txBody>
      </p:sp>
      <p:sp>
        <p:nvSpPr>
          <p:cNvPr id="5" name="slide_welcome_en_2_shape_3"/>
          <p:cNvSpPr/>
          <p:nvPr/>
        </p:nvSpPr>
        <p:spPr>
          <a:xfrm>
            <a:off x="51435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6" name="slide_welcome_en_2_item_4"/>
          <p:cNvSpPr txBox="1"/>
          <p:nvPr/>
        </p:nvSpPr>
        <p:spPr>
          <a:xfrm>
            <a:off x="704850" y="4142994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Liberation Sans"/>
                <a:ea typeface="Liberation Sans"/>
              </a:rPr>
              <a:t xml:space="preserve">Write the message first</a:t>
            </a:r>
            <a:endParaRPr lang="en-US" sz="2175"/>
          </a:p>
        </p:txBody>
      </p:sp>
      <p:sp>
        <p:nvSpPr>
          <p:cNvPr id="7" name="slide_welcome_en_2_shape_5"/>
          <p:cNvSpPr/>
          <p:nvPr/>
        </p:nvSpPr>
        <p:spPr>
          <a:xfrm>
            <a:off x="621030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8" name="slide_welcome_en_2_item_6"/>
          <p:cNvSpPr txBox="1"/>
          <p:nvPr/>
        </p:nvSpPr>
        <p:spPr>
          <a:xfrm>
            <a:off x="6400800" y="4142994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Liberation Sans"/>
                <a:ea typeface="Liberation Sans"/>
              </a:rPr>
              <a:t xml:space="preserve">Choose a layout with intention</a:t>
            </a:r>
            <a:endParaRPr lang="en-US" sz="2175"/>
          </a:p>
        </p:txBody>
      </p:sp>
      <p:sp>
        <p:nvSpPr>
          <p:cNvPr id="9" name="slide_welcome_en_2_shape_7"/>
          <p:cNvSpPr/>
          <p:nvPr/>
        </p:nvSpPr>
        <p:spPr>
          <a:xfrm>
            <a:off x="514350" y="5129022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10" name="slide_welcome_en_2_item_8"/>
          <p:cNvSpPr txBox="1"/>
          <p:nvPr/>
        </p:nvSpPr>
        <p:spPr>
          <a:xfrm>
            <a:off x="704850" y="5300472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Liberation Sans"/>
                <a:ea typeface="Liberation Sans"/>
              </a:rPr>
              <a:t xml:space="preserve">Keep every word editable</a:t>
            </a:r>
            <a:endParaRPr lang="en-US" sz="2175"/>
          </a:p>
        </p:txBody>
      </p:sp>
      <p:sp>
        <p:nvSpPr>
          <p:cNvPr id="11" name="slide_welcome_en_2_shape_9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2" name="slide_welcome_en_2_footer_10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02 / 06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ss setup. More clarity.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welcome_en_3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Liberation Sans"/>
                <a:ea typeface="Liberation Sans"/>
              </a:rPr>
              <a:t xml:space="preserve">SMALL, USEFUL BUILDING BLOCKS</a:t>
            </a:r>
            <a:endParaRPr lang="en-US" sz="1200"/>
          </a:p>
        </p:txBody>
      </p:sp>
      <p:sp>
        <p:nvSpPr>
          <p:cNvPr id="3" name="slide_welcome_en_3_title_1"/>
          <p:cNvSpPr txBox="1"/>
          <p:nvPr/>
        </p:nvSpPr>
        <p:spPr>
          <a:xfrm>
            <a:off x="514350" y="1143000"/>
            <a:ext cx="11163300" cy="1303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Less setup.</a:t>
            </a:r>
            <a:endParaRPr lang="en-US" sz="4200"/>
          </a:p>
          <a:p>
            <a:pPr marL="0" indent="0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More clarity.</a:t>
            </a:r>
            <a:endParaRPr lang="en-US" sz="4200"/>
          </a:p>
        </p:txBody>
      </p:sp>
      <p:sp>
        <p:nvSpPr>
          <p:cNvPr id="4" name="slide_welcome_en_3_body_2"/>
          <p:cNvSpPr txBox="1"/>
          <p:nvPr/>
        </p:nvSpPr>
        <p:spPr>
          <a:xfrm>
            <a:off x="514350" y="2750820"/>
            <a:ext cx="11163300" cy="992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These are features in this alpha, not performance claims.</a:t>
            </a:r>
            <a:endParaRPr lang="en-US" sz="1875"/>
          </a:p>
        </p:txBody>
      </p:sp>
      <p:sp>
        <p:nvSpPr>
          <p:cNvPr id="5" name="slide_welcome_en_3_shape_3"/>
          <p:cNvSpPr/>
          <p:nvPr/>
        </p:nvSpPr>
        <p:spPr>
          <a:xfrm>
            <a:off x="51435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6" name="slide_welcome_en_3_metric-value_4"/>
          <p:cNvSpPr txBox="1"/>
          <p:nvPr/>
        </p:nvSpPr>
        <p:spPr>
          <a:xfrm>
            <a:off x="704850" y="4104894"/>
            <a:ext cx="5086350" cy="3859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75" dirty="0">
                <a:solidFill>
                  <a:srgbClr val="A6422A"/>
                </a:solidFill>
                <a:latin typeface="Liberation Serif"/>
                <a:ea typeface="Liberation Serif"/>
              </a:rPr>
              <a:t xml:space="preserve">4</a:t>
            </a:r>
            <a:endParaRPr lang="en-US" sz="2475"/>
          </a:p>
        </p:txBody>
      </p:sp>
      <p:sp>
        <p:nvSpPr>
          <p:cNvPr id="7" name="slide_welcome_en_3_metric-label_5"/>
          <p:cNvSpPr txBox="1"/>
          <p:nvPr/>
        </p:nvSpPr>
        <p:spPr>
          <a:xfrm>
            <a:off x="704850" y="4509897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19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5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layout directions</a:t>
            </a:r>
            <a:endParaRPr lang="en-US" sz="1725"/>
          </a:p>
        </p:txBody>
      </p:sp>
      <p:sp>
        <p:nvSpPr>
          <p:cNvPr id="8" name="slide_welcome_en_3_shape_6"/>
          <p:cNvSpPr/>
          <p:nvPr/>
        </p:nvSpPr>
        <p:spPr>
          <a:xfrm>
            <a:off x="621030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9" name="slide_welcome_en_3_metric-value_7"/>
          <p:cNvSpPr txBox="1"/>
          <p:nvPr/>
        </p:nvSpPr>
        <p:spPr>
          <a:xfrm>
            <a:off x="6400800" y="4104894"/>
            <a:ext cx="5086350" cy="3859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75" dirty="0">
                <a:solidFill>
                  <a:srgbClr val="A6422A"/>
                </a:solidFill>
                <a:latin typeface="Liberation Serif"/>
                <a:ea typeface="Liberation Serif"/>
              </a:rPr>
              <a:t xml:space="preserve">4</a:t>
            </a:r>
            <a:endParaRPr lang="en-US" sz="2475"/>
          </a:p>
        </p:txBody>
      </p:sp>
      <p:sp>
        <p:nvSpPr>
          <p:cNvPr id="10" name="slide_welcome_en_3_metric-label_8"/>
          <p:cNvSpPr txBox="1"/>
          <p:nvPr/>
        </p:nvSpPr>
        <p:spPr>
          <a:xfrm>
            <a:off x="6400800" y="4509897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19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5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aspect ratios</a:t>
            </a:r>
            <a:endParaRPr lang="en-US" sz="1725"/>
          </a:p>
        </p:txBody>
      </p:sp>
      <p:sp>
        <p:nvSpPr>
          <p:cNvPr id="11" name="slide_welcome_en_3_shape_9"/>
          <p:cNvSpPr/>
          <p:nvPr/>
        </p:nvSpPr>
        <p:spPr>
          <a:xfrm>
            <a:off x="514350" y="5129022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12" name="slide_welcome_en_3_metric-value_10"/>
          <p:cNvSpPr txBox="1"/>
          <p:nvPr/>
        </p:nvSpPr>
        <p:spPr>
          <a:xfrm>
            <a:off x="704850" y="5262372"/>
            <a:ext cx="5086350" cy="3859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75" dirty="0">
                <a:solidFill>
                  <a:srgbClr val="A6422A"/>
                </a:solidFill>
                <a:latin typeface="Liberation Serif"/>
                <a:ea typeface="Liberation Serif"/>
              </a:rPr>
              <a:t xml:space="preserve">0</a:t>
            </a:r>
            <a:endParaRPr lang="en-US" sz="2475"/>
          </a:p>
        </p:txBody>
      </p:sp>
      <p:sp>
        <p:nvSpPr>
          <p:cNvPr id="13" name="slide_welcome_en_3_metric-label_11"/>
          <p:cNvSpPr txBox="1"/>
          <p:nvPr/>
        </p:nvSpPr>
        <p:spPr>
          <a:xfrm>
            <a:off x="704850" y="566737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19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5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required API keys</a:t>
            </a:r>
            <a:endParaRPr lang="en-US" sz="1725"/>
          </a:p>
        </p:txBody>
      </p:sp>
      <p:sp>
        <p:nvSpPr>
          <p:cNvPr id="14" name="slide_welcome_en_3_shape_12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5" name="slide_welcome_en_3_footer_13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03 / 06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simple path to a better deck.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welcome_en_4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Liberation Sans"/>
                <a:ea typeface="Liberation Sans"/>
              </a:rPr>
              <a:t xml:space="preserve">FROM OUTLINE TO PRESENTATION</a:t>
            </a:r>
            <a:endParaRPr lang="en-US" sz="1200"/>
          </a:p>
        </p:txBody>
      </p:sp>
      <p:sp>
        <p:nvSpPr>
          <p:cNvPr id="3" name="slide_welcome_en_4_title_1"/>
          <p:cNvSpPr txBox="1"/>
          <p:nvPr/>
        </p:nvSpPr>
        <p:spPr>
          <a:xfrm>
            <a:off x="514350" y="1371600"/>
            <a:ext cx="4465320" cy="342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51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5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A simple path</a:t>
            </a:r>
            <a:endParaRPr lang="en-US" sz="4350"/>
          </a:p>
          <a:p>
            <a:pPr marL="0" indent="0">
              <a:lnSpc>
                <a:spcPts val="51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5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to a better deck.</a:t>
            </a:r>
            <a:endParaRPr lang="en-US" sz="4350"/>
          </a:p>
        </p:txBody>
      </p:sp>
      <p:sp>
        <p:nvSpPr>
          <p:cNvPr id="4" name="slide_welcome_en_4_body_2"/>
          <p:cNvSpPr txBox="1"/>
          <p:nvPr/>
        </p:nvSpPr>
        <p:spPr>
          <a:xfrm>
            <a:off x="5513070" y="1371600"/>
            <a:ext cx="616458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Move through four small steps.</a:t>
            </a:r>
            <a:endParaRPr lang="en-US" sz="1875"/>
          </a:p>
        </p:txBody>
      </p:sp>
      <p:sp>
        <p:nvSpPr>
          <p:cNvPr id="5" name="slide_welcome_en_4_shape_3"/>
          <p:cNvSpPr/>
          <p:nvPr/>
        </p:nvSpPr>
        <p:spPr>
          <a:xfrm>
            <a:off x="5513070" y="276225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6" name="slide_welcome_en_4_step-number_4"/>
          <p:cNvSpPr txBox="1"/>
          <p:nvPr/>
        </p:nvSpPr>
        <p:spPr>
          <a:xfrm>
            <a:off x="5598795" y="281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Liberation Sans"/>
                <a:ea typeface="Liberation Sans"/>
              </a:rPr>
              <a:t xml:space="preserve">1</a:t>
            </a:r>
            <a:endParaRPr lang="en-US" sz="1200"/>
          </a:p>
        </p:txBody>
      </p:sp>
      <p:sp>
        <p:nvSpPr>
          <p:cNvPr id="7" name="slide_welcome_en_4_shape_5"/>
          <p:cNvSpPr/>
          <p:nvPr/>
        </p:nvSpPr>
        <p:spPr>
          <a:xfrm>
            <a:off x="5655945" y="3124200"/>
            <a:ext cx="19050" cy="4667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8" name="slide_welcome_en_4_item_6"/>
          <p:cNvSpPr txBox="1"/>
          <p:nvPr/>
        </p:nvSpPr>
        <p:spPr>
          <a:xfrm>
            <a:off x="5970270" y="2743200"/>
            <a:ext cx="5707380" cy="65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Liberation Sans"/>
                <a:ea typeface="Liberation Sans"/>
              </a:rPr>
              <a:t xml:space="preserve">Write a short outline</a:t>
            </a:r>
            <a:endParaRPr lang="en-US" sz="2250"/>
          </a:p>
        </p:txBody>
      </p:sp>
      <p:sp>
        <p:nvSpPr>
          <p:cNvPr id="9" name="slide_welcome_en_4_shape_7"/>
          <p:cNvSpPr/>
          <p:nvPr/>
        </p:nvSpPr>
        <p:spPr>
          <a:xfrm>
            <a:off x="5513070" y="3648075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0" name="slide_welcome_en_4_step-number_8"/>
          <p:cNvSpPr txBox="1"/>
          <p:nvPr/>
        </p:nvSpPr>
        <p:spPr>
          <a:xfrm>
            <a:off x="5598795" y="37052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Liberation Sans"/>
                <a:ea typeface="Liberation Sans"/>
              </a:rPr>
              <a:t xml:space="preserve">2</a:t>
            </a:r>
            <a:endParaRPr lang="en-US" sz="1200"/>
          </a:p>
        </p:txBody>
      </p:sp>
      <p:sp>
        <p:nvSpPr>
          <p:cNvPr id="11" name="slide_welcome_en_4_shape_9"/>
          <p:cNvSpPr/>
          <p:nvPr/>
        </p:nvSpPr>
        <p:spPr>
          <a:xfrm>
            <a:off x="5655945" y="4010025"/>
            <a:ext cx="19050" cy="4667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2" name="slide_welcome_en_4_item_10"/>
          <p:cNvSpPr txBox="1"/>
          <p:nvPr/>
        </p:nvSpPr>
        <p:spPr>
          <a:xfrm>
            <a:off x="5970270" y="3629025"/>
            <a:ext cx="5707380" cy="65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Liberation Sans"/>
                <a:ea typeface="Liberation Sans"/>
              </a:rPr>
              <a:t xml:space="preserve">Compare four compositions</a:t>
            </a:r>
            <a:endParaRPr lang="en-US" sz="2250"/>
          </a:p>
        </p:txBody>
      </p:sp>
      <p:sp>
        <p:nvSpPr>
          <p:cNvPr id="13" name="slide_welcome_en_4_shape_11"/>
          <p:cNvSpPr/>
          <p:nvPr/>
        </p:nvSpPr>
        <p:spPr>
          <a:xfrm>
            <a:off x="5513070" y="453390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4" name="slide_welcome_en_4_step-number_12"/>
          <p:cNvSpPr txBox="1"/>
          <p:nvPr/>
        </p:nvSpPr>
        <p:spPr>
          <a:xfrm>
            <a:off x="5598795" y="45910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Liberation Sans"/>
                <a:ea typeface="Liberation Sans"/>
              </a:rPr>
              <a:t xml:space="preserve">3</a:t>
            </a:r>
            <a:endParaRPr lang="en-US" sz="1200"/>
          </a:p>
        </p:txBody>
      </p:sp>
      <p:sp>
        <p:nvSpPr>
          <p:cNvPr id="15" name="slide_welcome_en_4_shape_13"/>
          <p:cNvSpPr/>
          <p:nvPr/>
        </p:nvSpPr>
        <p:spPr>
          <a:xfrm>
            <a:off x="5655945" y="4895850"/>
            <a:ext cx="19050" cy="4667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6" name="slide_welcome_en_4_item_14"/>
          <p:cNvSpPr txBox="1"/>
          <p:nvPr/>
        </p:nvSpPr>
        <p:spPr>
          <a:xfrm>
            <a:off x="5970270" y="4514850"/>
            <a:ext cx="5707380" cy="65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Liberation Sans"/>
                <a:ea typeface="Liberation Sans"/>
              </a:rPr>
              <a:t xml:space="preserve">Fix the marked issues</a:t>
            </a:r>
            <a:endParaRPr lang="en-US" sz="2250"/>
          </a:p>
        </p:txBody>
      </p:sp>
      <p:sp>
        <p:nvSpPr>
          <p:cNvPr id="17" name="slide_welcome_en_4_shape_15"/>
          <p:cNvSpPr/>
          <p:nvPr/>
        </p:nvSpPr>
        <p:spPr>
          <a:xfrm>
            <a:off x="5513070" y="5419725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8" name="slide_welcome_en_4_step-number_16"/>
          <p:cNvSpPr txBox="1"/>
          <p:nvPr/>
        </p:nvSpPr>
        <p:spPr>
          <a:xfrm>
            <a:off x="5598795" y="54768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Liberation Sans"/>
                <a:ea typeface="Liberation Sans"/>
              </a:rPr>
              <a:t xml:space="preserve">4</a:t>
            </a:r>
            <a:endParaRPr lang="en-US" sz="1200"/>
          </a:p>
        </p:txBody>
      </p:sp>
      <p:sp>
        <p:nvSpPr>
          <p:cNvPr id="19" name="slide_welcome_en_4_item_17"/>
          <p:cNvSpPr txBox="1"/>
          <p:nvPr/>
        </p:nvSpPr>
        <p:spPr>
          <a:xfrm>
            <a:off x="5970270" y="5400675"/>
            <a:ext cx="5707380" cy="65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Liberation Sans"/>
                <a:ea typeface="Liberation Sans"/>
              </a:rPr>
              <a:t xml:space="preserve">Export and check the final file</a:t>
            </a:r>
            <a:endParaRPr lang="en-US" sz="2250"/>
          </a:p>
        </p:txBody>
      </p:sp>
      <p:sp>
        <p:nvSpPr>
          <p:cNvPr id="20" name="slide_welcome_en_4_shape_18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21" name="slide_welcome_en_4_footer_19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04 / 06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ake one idea easy to remember.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welcome_en_5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Liberation Sans"/>
                <a:ea typeface="Liberation Sans"/>
              </a:rPr>
              <a:t xml:space="preserve">YOUR NEXT STEP</a:t>
            </a:r>
            <a:endParaRPr lang="en-US" sz="1200"/>
          </a:p>
        </p:txBody>
      </p:sp>
      <p:sp>
        <p:nvSpPr>
          <p:cNvPr id="3" name="slide_welcome_en_5_shape_1"/>
          <p:cNvSpPr/>
          <p:nvPr/>
        </p:nvSpPr>
        <p:spPr>
          <a:xfrm>
            <a:off x="514350" y="1276350"/>
            <a:ext cx="38100" cy="294894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4" name="slide_welcome_en_5_title_2"/>
          <p:cNvSpPr txBox="1"/>
          <p:nvPr/>
        </p:nvSpPr>
        <p:spPr>
          <a:xfrm>
            <a:off x="781050" y="1238250"/>
            <a:ext cx="5538216" cy="466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59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5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Make one idea</a:t>
            </a:r>
            <a:endParaRPr lang="en-US" sz="4950"/>
          </a:p>
          <a:p>
            <a:pPr marL="0" indent="0">
              <a:lnSpc>
                <a:spcPts val="59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5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easy to remember.</a:t>
            </a:r>
            <a:endParaRPr lang="en-US" sz="4950"/>
          </a:p>
        </p:txBody>
      </p:sp>
      <p:sp>
        <p:nvSpPr>
          <p:cNvPr id="5" name="slide_welcome_en_5_body_3"/>
          <p:cNvSpPr txBox="1"/>
          <p:nvPr/>
        </p:nvSpPr>
        <p:spPr>
          <a:xfrm>
            <a:off x="6776466" y="1466850"/>
            <a:ext cx="4901184" cy="459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Start with the decision you want </a:t>
            </a:r>
            <a:endParaRPr lang="en-US" sz="2400"/>
          </a:p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the audience to make. Keep the </a:t>
            </a:r>
            <a:endParaRPr lang="en-US" sz="2400"/>
          </a:p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supporting evidence close.</a:t>
            </a:r>
            <a:endParaRPr lang="en-US" sz="2400"/>
          </a:p>
        </p:txBody>
      </p:sp>
      <p:sp>
        <p:nvSpPr>
          <p:cNvPr id="6" name="slide_welcome_en_5_shape_4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7" name="slide_welcome_en_5_footer_5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05 / 06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clearer story, ready to share.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welcome_en_6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Liberation Sans"/>
                <a:ea typeface="Liberation Sans"/>
              </a:rPr>
              <a:t xml:space="preserve">DECKWEFT</a:t>
            </a:r>
            <a:endParaRPr lang="en-US" sz="1200"/>
          </a:p>
        </p:txBody>
      </p:sp>
      <p:sp>
        <p:nvSpPr>
          <p:cNvPr id="3" name="slide_welcome_en_6_shape_1"/>
          <p:cNvSpPr/>
          <p:nvPr/>
        </p:nvSpPr>
        <p:spPr>
          <a:xfrm>
            <a:off x="10820400" y="514350"/>
            <a:ext cx="685800" cy="7620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4" name="slide_welcome_en_6_title_2"/>
          <p:cNvSpPr txBox="1"/>
          <p:nvPr/>
        </p:nvSpPr>
        <p:spPr>
          <a:xfrm>
            <a:off x="514350" y="1371600"/>
            <a:ext cx="10046970" cy="2331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71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A clearer story,</a:t>
            </a:r>
            <a:endParaRPr lang="en-US" sz="6000"/>
          </a:p>
          <a:p>
            <a:pPr marL="0" indent="0">
              <a:lnSpc>
                <a:spcPts val="71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solidFill>
                  <a:srgbClr val="232B27"/>
                </a:solidFill>
                <a:latin typeface="Liberation Serif"/>
                <a:ea typeface="Liberation Serif"/>
              </a:rPr>
              <a:t xml:space="preserve">ready to share.</a:t>
            </a:r>
            <a:endParaRPr lang="en-US" sz="6000"/>
          </a:p>
        </p:txBody>
      </p:sp>
      <p:sp>
        <p:nvSpPr>
          <p:cNvPr id="5" name="slide_welcome_en_6_shape_3"/>
          <p:cNvSpPr/>
          <p:nvPr/>
        </p:nvSpPr>
        <p:spPr>
          <a:xfrm>
            <a:off x="514350" y="3893820"/>
            <a:ext cx="11163300" cy="19050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6" name="slide_welcome_en_6_body_4"/>
          <p:cNvSpPr txBox="1"/>
          <p:nvPr/>
        </p:nvSpPr>
        <p:spPr>
          <a:xfrm>
            <a:off x="514350" y="4160520"/>
            <a:ext cx="11163300" cy="18973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Your deck stays on your computer. Bring it to your favourite presentation app </a:t>
            </a:r>
            <a:endParaRPr lang="en-US" sz="2400"/>
          </a:p>
          <a:p>
            <a:pPr marL="0" indent="0">
              <a:lnSpc>
                <a:spcPts val="30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when it is ready.</a:t>
            </a:r>
            <a:endParaRPr lang="en-US" sz="2400"/>
          </a:p>
        </p:txBody>
      </p:sp>
      <p:sp>
        <p:nvSpPr>
          <p:cNvPr id="7" name="slide_welcome_en_6_shape_5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8" name="slide_welcome_en_6_footer_6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Liberation Sans"/>
                <a:ea typeface="Liberation Sans"/>
              </a:rPr>
              <a:t xml:space="preserve">06 / 06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Weft">
  <a:themeElements>
    <a:clrScheme name="DeckWeft">
      <a:dk1>
        <a:srgbClr val="232B27"/>
      </a:dk1>
      <a:lt1>
        <a:srgbClr val="FFFFFF"/>
      </a:lt1>
      <a:dk2>
        <a:srgbClr val="182923"/>
      </a:dk2>
      <a:lt2>
        <a:srgbClr val="F8F5EE"/>
      </a:lt2>
      <a:accent1>
        <a:srgbClr val="A6422A"/>
      </a:accent1>
      <a:accent2>
        <a:srgbClr val="166C65"/>
      </a:accent2>
      <a:accent3>
        <a:srgbClr val="6A5ACD"/>
      </a:accent3>
      <a:accent4>
        <a:srgbClr val="D8D1C4"/>
      </a:accent4>
      <a:accent5>
        <a:srgbClr val="759786"/>
      </a:accent5>
      <a:accent6>
        <a:srgbClr val="E7BA9F"/>
      </a:accent6>
      <a:hlink>
        <a:srgbClr val="166C65"/>
      </a:hlink>
      <a:folHlink>
        <a:srgbClr val="6A5ACD"/>
      </a:folHlink>
    </a:clrScheme>
    <a:fontScheme name="DeckWeft">
      <a:majorFont>
        <a:latin typeface="Georgia"/>
        <a:ea typeface="Noto Serif CJK SC"/>
        <a:cs typeface="Arial"/>
      </a:majorFont>
      <a:minorFont>
        <a:latin typeface="Arial"/>
        <a:ea typeface="Noto Sans CJK SC"/>
        <a:cs typeface="Arial"/>
      </a:minorFont>
    </a:fontScheme>
    <a:fmtScheme name="DeckWe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DeckWeft</Application>
  <PresentationFormat>Custom</PresentationFormat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Room for a better story</dc:title>
  <dc:creator>DeckWeft</dc:creator>
  <dc:description>Editable text and shapes. Review fonts in the target presentation app.</dc:description>
</cp:coreProperties>
</file>