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/>
            </a:r>
            <a:endParaRPr lang="en-US" sz="1200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>Cloudfold Club and its activities are fictional. No external facts, metrics, or sources are used.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>Cloudfold Club and its activities are fictional. No external facts, metrics, or sources are used.</a:t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>Cloudfold Club and its activities are fictional. No external facts, metrics, or sources are used.</a:t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loudfold Club — 2fc5f286b9ba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8180f6469c38499d_eyebrow_0"/>
          <p:cNvSpPr txBox="1"/>
          <p:nvPr/>
        </p:nvSpPr>
        <p:spPr>
          <a:xfrm>
            <a:off x="514350" y="514350"/>
            <a:ext cx="9377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422A"/>
                </a:solidFill>
                <a:latin typeface="Arial"/>
                <a:ea typeface="Arial"/>
              </a:rPr>
              <a:t xml:space="preserve">DECKWEFT</a:t>
            </a:r>
            <a:endParaRPr lang="en-US" sz="1200"/>
          </a:p>
        </p:txBody>
      </p:sp>
      <p:sp>
        <p:nvSpPr>
          <p:cNvPr id="3" name="slide_8180f6469c38499d_shape_1"/>
          <p:cNvSpPr/>
          <p:nvPr/>
        </p:nvSpPr>
        <p:spPr>
          <a:xfrm>
            <a:off x="514350" y="1276350"/>
            <a:ext cx="38100" cy="2948940"/>
          </a:xfrm>
          <a:prstGeom prst="roundRect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4" name="slide_8180f6469c38499d_title_2"/>
          <p:cNvSpPr txBox="1"/>
          <p:nvPr/>
        </p:nvSpPr>
        <p:spPr>
          <a:xfrm>
            <a:off x="781050" y="1238250"/>
            <a:ext cx="5538216" cy="466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559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950" dirty="0">
                <a:solidFill>
                  <a:srgbClr val="232B27"/>
                </a:solidFill>
                <a:latin typeface="Georgia"/>
                <a:ea typeface="Georgia"/>
              </a:rPr>
              <a:t xml:space="preserve">Cloudfold Club —</a:t>
            </a:r>
            <a:endParaRPr lang="en-US" sz="4950"/>
          </a:p>
          <a:p>
            <a:pPr marL="0" indent="0">
              <a:lnSpc>
                <a:spcPts val="559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950" dirty="0">
                <a:solidFill>
                  <a:srgbClr val="232B27"/>
                </a:solidFill>
                <a:latin typeface="Georgia"/>
                <a:ea typeface="Georgia"/>
              </a:rPr>
              <a:t xml:space="preserve"> 2fc5f286b9ba</a:t>
            </a:r>
            <a:endParaRPr lang="en-US" sz="4950"/>
          </a:p>
        </p:txBody>
      </p:sp>
      <p:sp>
        <p:nvSpPr>
          <p:cNvPr id="5" name="slide_8180f6469c38499d_body_3"/>
          <p:cNvSpPr txBox="1"/>
          <p:nvPr/>
        </p:nvSpPr>
        <p:spPr>
          <a:xfrm>
            <a:off x="6776466" y="1466850"/>
            <a:ext cx="4901184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dirty="0">
                <a:solidFill>
                  <a:srgbClr val="5D655E"/>
                </a:solidFill>
                <a:latin typeface="Arial"/>
                <a:ea typeface="Arial"/>
              </a:rPr>
              <a:t xml:space="preserve">A fictional paper-airplane club for </a:t>
            </a:r>
            <a:endParaRPr lang="en-US" sz="1875"/>
          </a:p>
          <a:p>
            <a:pPr marL="0" indent="0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dirty="0">
                <a:solidFill>
                  <a:srgbClr val="5D655E"/>
                </a:solidFill>
                <a:latin typeface="Arial"/>
                <a:ea typeface="Arial"/>
              </a:rPr>
              <a:t xml:space="preserve">curious makers.</a:t>
            </a:r>
            <a:endParaRPr lang="en-US" sz="1875"/>
          </a:p>
        </p:txBody>
      </p:sp>
      <p:sp>
        <p:nvSpPr>
          <p:cNvPr id="6" name="slide_8180f6469c38499d_shape_4"/>
          <p:cNvSpPr/>
          <p:nvPr/>
        </p:nvSpPr>
        <p:spPr>
          <a:xfrm>
            <a:off x="6776466" y="2905125"/>
            <a:ext cx="38100" cy="825500"/>
          </a:xfrm>
          <a:prstGeom prst="roundRect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7" name="slide_8180f6469c38499d_item_5"/>
          <p:cNvSpPr txBox="1"/>
          <p:nvPr/>
        </p:nvSpPr>
        <p:spPr>
          <a:xfrm>
            <a:off x="7005066" y="2838450"/>
            <a:ext cx="4672584" cy="920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Arial"/>
                <a:ea typeface="Arial"/>
              </a:rPr>
              <a:t xml:space="preserve">Fold a fresh idea.</a:t>
            </a:r>
            <a:endParaRPr lang="en-US" sz="2250"/>
          </a:p>
        </p:txBody>
      </p:sp>
      <p:sp>
        <p:nvSpPr>
          <p:cNvPr id="8" name="slide_8180f6469c38499d_shape_6"/>
          <p:cNvSpPr/>
          <p:nvPr/>
        </p:nvSpPr>
        <p:spPr>
          <a:xfrm>
            <a:off x="6776466" y="4054475"/>
            <a:ext cx="38100" cy="825500"/>
          </a:xfrm>
          <a:prstGeom prst="roundRect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9" name="slide_8180f6469c38499d_item_7"/>
          <p:cNvSpPr txBox="1"/>
          <p:nvPr/>
        </p:nvSpPr>
        <p:spPr>
          <a:xfrm>
            <a:off x="7005066" y="3987800"/>
            <a:ext cx="4672584" cy="920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Arial"/>
                <a:ea typeface="Arial"/>
              </a:rPr>
              <a:t xml:space="preserve">Give it a gentle launch.</a:t>
            </a:r>
            <a:endParaRPr lang="en-US" sz="2250"/>
          </a:p>
        </p:txBody>
      </p:sp>
      <p:sp>
        <p:nvSpPr>
          <p:cNvPr id="10" name="slide_8180f6469c38499d_shape_8"/>
          <p:cNvSpPr/>
          <p:nvPr/>
        </p:nvSpPr>
        <p:spPr>
          <a:xfrm>
            <a:off x="6776466" y="5203825"/>
            <a:ext cx="38100" cy="825500"/>
          </a:xfrm>
          <a:prstGeom prst="roundRect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11" name="slide_8180f6469c38499d_item_9"/>
          <p:cNvSpPr txBox="1"/>
          <p:nvPr/>
        </p:nvSpPr>
        <p:spPr>
          <a:xfrm>
            <a:off x="7005066" y="5137150"/>
            <a:ext cx="4672584" cy="920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Arial"/>
                <a:ea typeface="Arial"/>
              </a:rPr>
              <a:t xml:space="preserve">Share what surprised you.</a:t>
            </a:r>
            <a:endParaRPr lang="en-US" sz="2250"/>
          </a:p>
        </p:txBody>
      </p:sp>
      <p:sp>
        <p:nvSpPr>
          <p:cNvPr id="12" name="slide_8180f6469c38499d_shape_10"/>
          <p:cNvSpPr/>
          <p:nvPr/>
        </p:nvSpPr>
        <p:spPr>
          <a:xfrm>
            <a:off x="514350" y="6248400"/>
            <a:ext cx="11163300" cy="95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13" name="slide_8180f6469c38499d_footer_11"/>
          <p:cNvSpPr txBox="1"/>
          <p:nvPr/>
        </p:nvSpPr>
        <p:spPr>
          <a:xfrm>
            <a:off x="10725150" y="64198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3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D655E"/>
                </a:solidFill>
                <a:latin typeface="Arial"/>
                <a:ea typeface="Arial"/>
              </a:rPr>
              <a:t xml:space="preserve">01 / 03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Fold, fly, try again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02f3737b1cb94882_eyebrow_0"/>
          <p:cNvSpPr txBox="1"/>
          <p:nvPr/>
        </p:nvSpPr>
        <p:spPr>
          <a:xfrm>
            <a:off x="514350" y="514350"/>
            <a:ext cx="9377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422A"/>
                </a:solidFill>
                <a:latin typeface="Arial"/>
                <a:ea typeface="Arial"/>
              </a:rPr>
              <a:t xml:space="preserve">DECKWEFT</a:t>
            </a:r>
            <a:endParaRPr lang="en-US" sz="1200"/>
          </a:p>
        </p:txBody>
      </p:sp>
      <p:sp>
        <p:nvSpPr>
          <p:cNvPr id="3" name="slide_02f3737b1cb94882_title_1"/>
          <p:cNvSpPr txBox="1"/>
          <p:nvPr/>
        </p:nvSpPr>
        <p:spPr>
          <a:xfrm>
            <a:off x="514350" y="1143000"/>
            <a:ext cx="11163300" cy="1303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474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200" dirty="0">
                <a:solidFill>
                  <a:srgbClr val="232B27"/>
                </a:solidFill>
                <a:latin typeface="Georgia"/>
                <a:ea typeface="Georgia"/>
              </a:rPr>
              <a:t xml:space="preserve">Fold, fly, try again</a:t>
            </a:r>
            <a:endParaRPr lang="en-US" sz="4200"/>
          </a:p>
        </p:txBody>
      </p:sp>
      <p:sp>
        <p:nvSpPr>
          <p:cNvPr id="4" name="slide_02f3737b1cb94882_body_2"/>
          <p:cNvSpPr txBox="1"/>
          <p:nvPr/>
        </p:nvSpPr>
        <p:spPr>
          <a:xfrm>
            <a:off x="514350" y="2750820"/>
            <a:ext cx="11163300" cy="992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dirty="0">
                <a:solidFill>
                  <a:srgbClr val="5D655E"/>
                </a:solidFill>
                <a:latin typeface="Arial"/>
                <a:ea typeface="Arial"/>
              </a:rPr>
              <a:t xml:space="preserve">Every meeting is a small creative adventure.</a:t>
            </a:r>
            <a:endParaRPr lang="en-US" sz="1875"/>
          </a:p>
        </p:txBody>
      </p:sp>
      <p:sp>
        <p:nvSpPr>
          <p:cNvPr id="5" name="slide_02f3737b1cb94882_shape_3"/>
          <p:cNvSpPr/>
          <p:nvPr/>
        </p:nvSpPr>
        <p:spPr>
          <a:xfrm>
            <a:off x="514350" y="3971544"/>
            <a:ext cx="5467350" cy="928878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</p:sp>
      <p:sp>
        <p:nvSpPr>
          <p:cNvPr id="6" name="slide_02f3737b1cb94882_item_4"/>
          <p:cNvSpPr txBox="1"/>
          <p:nvPr/>
        </p:nvSpPr>
        <p:spPr>
          <a:xfrm>
            <a:off x="704850" y="4142994"/>
            <a:ext cx="5086350" cy="5859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7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75" dirty="0">
                <a:solidFill>
                  <a:srgbClr val="232B27"/>
                </a:solidFill>
                <a:latin typeface="Arial"/>
                <a:ea typeface="Arial"/>
              </a:rPr>
              <a:t xml:space="preserve">Sketch a playful wing shape.</a:t>
            </a:r>
            <a:endParaRPr lang="en-US" sz="2175"/>
          </a:p>
        </p:txBody>
      </p:sp>
      <p:sp>
        <p:nvSpPr>
          <p:cNvPr id="7" name="slide_02f3737b1cb94882_shape_5"/>
          <p:cNvSpPr/>
          <p:nvPr/>
        </p:nvSpPr>
        <p:spPr>
          <a:xfrm>
            <a:off x="6210300" y="3971544"/>
            <a:ext cx="5467350" cy="928878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</p:sp>
      <p:sp>
        <p:nvSpPr>
          <p:cNvPr id="8" name="slide_02f3737b1cb94882_item_6"/>
          <p:cNvSpPr txBox="1"/>
          <p:nvPr/>
        </p:nvSpPr>
        <p:spPr>
          <a:xfrm>
            <a:off x="6400800" y="4142994"/>
            <a:ext cx="5086350" cy="5859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28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232B27"/>
                </a:solidFill>
                <a:latin typeface="Arial"/>
                <a:ea typeface="Arial"/>
              </a:rPr>
              <a:t xml:space="preserve">Fold and launch in our imaginary hangar.</a:t>
            </a:r>
            <a:endParaRPr lang="en-US" sz="1800"/>
          </a:p>
        </p:txBody>
      </p:sp>
      <p:sp>
        <p:nvSpPr>
          <p:cNvPr id="9" name="slide_02f3737b1cb94882_shape_7"/>
          <p:cNvSpPr/>
          <p:nvPr/>
        </p:nvSpPr>
        <p:spPr>
          <a:xfrm>
            <a:off x="514350" y="5129022"/>
            <a:ext cx="5467350" cy="928878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</p:sp>
      <p:sp>
        <p:nvSpPr>
          <p:cNvPr id="10" name="slide_02f3737b1cb94882_item_8"/>
          <p:cNvSpPr txBox="1"/>
          <p:nvPr/>
        </p:nvSpPr>
        <p:spPr>
          <a:xfrm>
            <a:off x="704850" y="5300472"/>
            <a:ext cx="5086350" cy="5859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7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75" dirty="0">
                <a:solidFill>
                  <a:srgbClr val="232B27"/>
                </a:solidFill>
                <a:latin typeface="Arial"/>
                <a:ea typeface="Arial"/>
              </a:rPr>
              <a:t xml:space="preserve">Adjust a crease and try again.</a:t>
            </a:r>
            <a:endParaRPr lang="en-US" sz="2175"/>
          </a:p>
        </p:txBody>
      </p:sp>
      <p:sp>
        <p:nvSpPr>
          <p:cNvPr id="11" name="slide_02f3737b1cb94882_shape_9"/>
          <p:cNvSpPr/>
          <p:nvPr/>
        </p:nvSpPr>
        <p:spPr>
          <a:xfrm>
            <a:off x="514350" y="6248400"/>
            <a:ext cx="11163300" cy="95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12" name="slide_02f3737b1cb94882_footer_10"/>
          <p:cNvSpPr txBox="1"/>
          <p:nvPr/>
        </p:nvSpPr>
        <p:spPr>
          <a:xfrm>
            <a:off x="10725150" y="64198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3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D655E"/>
                </a:solidFill>
                <a:latin typeface="Arial"/>
                <a:ea typeface="Arial"/>
              </a:rPr>
              <a:t xml:space="preserve">02 / 03</a:t>
            </a:r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Bring your imagination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9a82951594d748e7_eyebrow_0"/>
          <p:cNvSpPr txBox="1"/>
          <p:nvPr/>
        </p:nvSpPr>
        <p:spPr>
          <a:xfrm>
            <a:off x="514350" y="514350"/>
            <a:ext cx="9377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422A"/>
                </a:solidFill>
                <a:latin typeface="Arial"/>
                <a:ea typeface="Arial"/>
              </a:rPr>
              <a:t xml:space="preserve">DECKWEFT</a:t>
            </a:r>
            <a:endParaRPr lang="en-US" sz="1200"/>
          </a:p>
        </p:txBody>
      </p:sp>
      <p:sp>
        <p:nvSpPr>
          <p:cNvPr id="3" name="slide_9a82951594d748e7_title_1"/>
          <p:cNvSpPr txBox="1"/>
          <p:nvPr/>
        </p:nvSpPr>
        <p:spPr>
          <a:xfrm>
            <a:off x="514350" y="1371600"/>
            <a:ext cx="4465320" cy="342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491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350" dirty="0">
                <a:solidFill>
                  <a:srgbClr val="232B27"/>
                </a:solidFill>
                <a:latin typeface="Georgia"/>
                <a:ea typeface="Georgia"/>
              </a:rPr>
              <a:t xml:space="preserve">Bring your </a:t>
            </a:r>
            <a:endParaRPr lang="en-US" sz="4350"/>
          </a:p>
          <a:p>
            <a:pPr marL="0" indent="0">
              <a:lnSpc>
                <a:spcPts val="491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350" dirty="0">
                <a:solidFill>
                  <a:srgbClr val="232B27"/>
                </a:solidFill>
                <a:latin typeface="Georgia"/>
                <a:ea typeface="Georgia"/>
              </a:rPr>
              <a:t xml:space="preserve">imagination</a:t>
            </a:r>
            <a:endParaRPr lang="en-US" sz="4350"/>
          </a:p>
        </p:txBody>
      </p:sp>
      <p:sp>
        <p:nvSpPr>
          <p:cNvPr id="4" name="slide_9a82951594d748e7_body_2"/>
          <p:cNvSpPr txBox="1"/>
          <p:nvPr/>
        </p:nvSpPr>
        <p:spPr>
          <a:xfrm>
            <a:off x="5513070" y="1371600"/>
            <a:ext cx="6164580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dirty="0">
                <a:solidFill>
                  <a:srgbClr val="5D655E"/>
                </a:solidFill>
                <a:latin typeface="Arial"/>
                <a:ea typeface="Arial"/>
              </a:rPr>
              <a:t xml:space="preserve">Our next fictional gathering begins with a blank</a:t>
            </a:r>
            <a:endParaRPr lang="en-US" sz="1875"/>
          </a:p>
          <a:p>
            <a:pPr marL="0" indent="0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dirty="0">
                <a:solidFill>
                  <a:srgbClr val="5D655E"/>
                </a:solidFill>
                <a:latin typeface="Arial"/>
                <a:ea typeface="Arial"/>
              </a:rPr>
              <a:t xml:space="preserve"> sheet.</a:t>
            </a:r>
            <a:endParaRPr lang="en-US" sz="1875"/>
          </a:p>
        </p:txBody>
      </p:sp>
      <p:sp>
        <p:nvSpPr>
          <p:cNvPr id="5" name="slide_9a82951594d748e7_shape_3"/>
          <p:cNvSpPr/>
          <p:nvPr/>
        </p:nvSpPr>
        <p:spPr>
          <a:xfrm>
            <a:off x="5513070" y="2762250"/>
            <a:ext cx="304800" cy="304800"/>
          </a:xfrm>
          <a:prstGeom prst="ellipse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6" name="slide_9a82951594d748e7_step-number_4"/>
          <p:cNvSpPr txBox="1"/>
          <p:nvPr/>
        </p:nvSpPr>
        <p:spPr>
          <a:xfrm>
            <a:off x="5598795" y="281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F8F5EE"/>
                </a:solidFill>
                <a:latin typeface="Arial"/>
                <a:ea typeface="Arial"/>
              </a:rPr>
              <a:t xml:space="preserve">1</a:t>
            </a:r>
            <a:endParaRPr lang="en-US" sz="1200"/>
          </a:p>
        </p:txBody>
      </p:sp>
      <p:sp>
        <p:nvSpPr>
          <p:cNvPr id="7" name="slide_9a82951594d748e7_shape_5"/>
          <p:cNvSpPr/>
          <p:nvPr/>
        </p:nvSpPr>
        <p:spPr>
          <a:xfrm>
            <a:off x="5655945" y="3124200"/>
            <a:ext cx="19050" cy="762000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8" name="slide_9a82951594d748e7_item_6"/>
          <p:cNvSpPr txBox="1"/>
          <p:nvPr/>
        </p:nvSpPr>
        <p:spPr>
          <a:xfrm>
            <a:off x="5970270" y="2743200"/>
            <a:ext cx="5707380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Arial"/>
                <a:ea typeface="Arial"/>
              </a:rPr>
              <a:t xml:space="preserve">Invent a name for your plane.</a:t>
            </a:r>
            <a:endParaRPr lang="en-US" sz="2250"/>
          </a:p>
        </p:txBody>
      </p:sp>
      <p:sp>
        <p:nvSpPr>
          <p:cNvPr id="9" name="slide_9a82951594d748e7_shape_7"/>
          <p:cNvSpPr/>
          <p:nvPr/>
        </p:nvSpPr>
        <p:spPr>
          <a:xfrm>
            <a:off x="5513070" y="3943350"/>
            <a:ext cx="304800" cy="304800"/>
          </a:xfrm>
          <a:prstGeom prst="ellipse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10" name="slide_9a82951594d748e7_step-number_8"/>
          <p:cNvSpPr txBox="1"/>
          <p:nvPr/>
        </p:nvSpPr>
        <p:spPr>
          <a:xfrm>
            <a:off x="5598795" y="40005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F8F5EE"/>
                </a:solidFill>
                <a:latin typeface="Arial"/>
                <a:ea typeface="Arial"/>
              </a:rPr>
              <a:t xml:space="preserve">2</a:t>
            </a:r>
            <a:endParaRPr lang="en-US" sz="1200"/>
          </a:p>
        </p:txBody>
      </p:sp>
      <p:sp>
        <p:nvSpPr>
          <p:cNvPr id="11" name="slide_9a82951594d748e7_shape_9"/>
          <p:cNvSpPr/>
          <p:nvPr/>
        </p:nvSpPr>
        <p:spPr>
          <a:xfrm>
            <a:off x="5655945" y="4305300"/>
            <a:ext cx="19050" cy="762000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12" name="slide_9a82951594d748e7_item_10"/>
          <p:cNvSpPr txBox="1"/>
          <p:nvPr/>
        </p:nvSpPr>
        <p:spPr>
          <a:xfrm>
            <a:off x="5970270" y="3924300"/>
            <a:ext cx="5707380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Arial"/>
                <a:ea typeface="Arial"/>
              </a:rPr>
              <a:t xml:space="preserve">Help a fellow folder.</a:t>
            </a:r>
            <a:endParaRPr lang="en-US" sz="2250"/>
          </a:p>
        </p:txBody>
      </p:sp>
      <p:sp>
        <p:nvSpPr>
          <p:cNvPr id="13" name="slide_9a82951594d748e7_shape_11"/>
          <p:cNvSpPr/>
          <p:nvPr/>
        </p:nvSpPr>
        <p:spPr>
          <a:xfrm>
            <a:off x="5513070" y="5124450"/>
            <a:ext cx="304800" cy="304800"/>
          </a:xfrm>
          <a:prstGeom prst="ellipse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14" name="slide_9a82951594d748e7_step-number_12"/>
          <p:cNvSpPr txBox="1"/>
          <p:nvPr/>
        </p:nvSpPr>
        <p:spPr>
          <a:xfrm>
            <a:off x="5598795" y="5181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F8F5EE"/>
                </a:solidFill>
                <a:latin typeface="Arial"/>
                <a:ea typeface="Arial"/>
              </a:rPr>
              <a:t xml:space="preserve">3</a:t>
            </a:r>
            <a:endParaRPr lang="en-US" sz="1200"/>
          </a:p>
        </p:txBody>
      </p:sp>
      <p:sp>
        <p:nvSpPr>
          <p:cNvPr id="15" name="slide_9a82951594d748e7_item_13"/>
          <p:cNvSpPr txBox="1"/>
          <p:nvPr/>
        </p:nvSpPr>
        <p:spPr>
          <a:xfrm>
            <a:off x="5970270" y="5105400"/>
            <a:ext cx="5707380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Arial"/>
                <a:ea typeface="Arial"/>
              </a:rPr>
              <a:t xml:space="preserve">Celebrate a curious flight.</a:t>
            </a:r>
            <a:endParaRPr lang="en-US" sz="2250"/>
          </a:p>
        </p:txBody>
      </p:sp>
      <p:sp>
        <p:nvSpPr>
          <p:cNvPr id="16" name="slide_9a82951594d748e7_shape_14"/>
          <p:cNvSpPr/>
          <p:nvPr/>
        </p:nvSpPr>
        <p:spPr>
          <a:xfrm>
            <a:off x="514350" y="6248400"/>
            <a:ext cx="11163300" cy="95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17" name="slide_9a82951594d748e7_footer_15"/>
          <p:cNvSpPr txBox="1"/>
          <p:nvPr/>
        </p:nvSpPr>
        <p:spPr>
          <a:xfrm>
            <a:off x="10725150" y="64198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3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D655E"/>
                </a:solidFill>
                <a:latin typeface="Arial"/>
                <a:ea typeface="Arial"/>
              </a:rPr>
              <a:t xml:space="preserve">03 / 03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Weft">
  <a:themeElements>
    <a:clrScheme name="DeckWeft">
      <a:dk1>
        <a:srgbClr val="232B27"/>
      </a:dk1>
      <a:lt1>
        <a:srgbClr val="FFFFFF"/>
      </a:lt1>
      <a:dk2>
        <a:srgbClr val="182923"/>
      </a:dk2>
      <a:lt2>
        <a:srgbClr val="F8F5EE"/>
      </a:lt2>
      <a:accent1>
        <a:srgbClr val="A6422A"/>
      </a:accent1>
      <a:accent2>
        <a:srgbClr val="166C65"/>
      </a:accent2>
      <a:accent3>
        <a:srgbClr val="6A5ACD"/>
      </a:accent3>
      <a:accent4>
        <a:srgbClr val="D8D1C4"/>
      </a:accent4>
      <a:accent5>
        <a:srgbClr val="759786"/>
      </a:accent5>
      <a:accent6>
        <a:srgbClr val="E7BA9F"/>
      </a:accent6>
      <a:hlink>
        <a:srgbClr val="166C65"/>
      </a:hlink>
      <a:folHlink>
        <a:srgbClr val="6A5ACD"/>
      </a:folHlink>
    </a:clrScheme>
    <a:fontScheme name="DeckWeft">
      <a:majorFont>
        <a:latin typeface="Georgia"/>
        <a:ea typeface="Noto Serif CJK SC"/>
        <a:cs typeface="Arial"/>
      </a:majorFont>
      <a:minorFont>
        <a:latin typeface="Arial"/>
        <a:ea typeface="Noto Sans CJK SC"/>
        <a:cs typeface="Arial"/>
      </a:minorFont>
    </a:fontScheme>
    <a:fmtScheme name="DeckWef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DeckWeft</Application>
  <PresentationFormat>Custom</PresentationFormat>
  <Slides>3</Slides>
  <Notes>3</Notes>
</Properties>
</file>

<file path=docProps/core.xml><?xml version="1.0" encoding="utf-8"?>
<cp:coreProperties xmlns:cp="http://schemas.openxmlformats.org/package/2006/metadata/core-properties" xmlns:dc="http://purl.org/dc/elements/1.1/">
  <dc:title>Cloudfold Club — 2fc5f286b9ba</dc:title>
  <dc:creator>DeckWeft</dc:creator>
  <dc:description>Editable text and shapes. Review fonts in the target presentation app.</dc:description>
</cp:coreProperties>
</file>