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 txBox="1"/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32B27"/>
                </a:solidFill>
                <a:latin typeface="Arial"/>
                <a:ea typeface="Arial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loudfold Club — d88de8e48d39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7fe8b41b5ab6492a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7fe8b41b5ab6492a_shape_1"/>
          <p:cNvSpPr/>
          <p:nvPr/>
        </p:nvSpPr>
        <p:spPr>
          <a:xfrm>
            <a:off x="514350" y="1276350"/>
            <a:ext cx="38100" cy="2948940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4" name="slide_7fe8b41b5ab6492a_title_2"/>
          <p:cNvSpPr txBox="1"/>
          <p:nvPr/>
        </p:nvSpPr>
        <p:spPr>
          <a:xfrm>
            <a:off x="781050" y="1238250"/>
            <a:ext cx="5538216" cy="466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559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Georgia"/>
                <a:ea typeface="Georgia"/>
              </a:rPr>
              <a:t xml:space="preserve">Cloudfold Club —</a:t>
            </a:r>
            <a:endParaRPr lang="en-US" sz="4950"/>
          </a:p>
          <a:p>
            <a:pPr marL="0" indent="0">
              <a:lnSpc>
                <a:spcPts val="559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50" dirty="0">
                <a:solidFill>
                  <a:srgbClr val="232B27"/>
                </a:solidFill>
                <a:latin typeface="Georgia"/>
                <a:ea typeface="Georgia"/>
              </a:rPr>
              <a:t xml:space="preserve"> d88de8e48d39</a:t>
            </a:r>
            <a:endParaRPr lang="en-US" sz="4950"/>
          </a:p>
        </p:txBody>
      </p:sp>
      <p:sp>
        <p:nvSpPr>
          <p:cNvPr id="5" name="slide_7fe8b41b5ab6492a_body_3"/>
          <p:cNvSpPr txBox="1"/>
          <p:nvPr/>
        </p:nvSpPr>
        <p:spPr>
          <a:xfrm>
            <a:off x="6776466" y="1466850"/>
            <a:ext cx="4901184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A fictional paper-airplane club for </a:t>
            </a:r>
            <a:endParaRPr lang="en-US" sz="1875"/>
          </a:p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curious makers.</a:t>
            </a:r>
            <a:endParaRPr lang="en-US" sz="1875"/>
          </a:p>
        </p:txBody>
      </p:sp>
      <p:sp>
        <p:nvSpPr>
          <p:cNvPr id="6" name="slide_7fe8b41b5ab6492a_shape_4"/>
          <p:cNvSpPr/>
          <p:nvPr/>
        </p:nvSpPr>
        <p:spPr>
          <a:xfrm>
            <a:off x="6776466" y="2905125"/>
            <a:ext cx="38100" cy="1400175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7" name="slide_7fe8b41b5ab6492a_item_5"/>
          <p:cNvSpPr txBox="1"/>
          <p:nvPr/>
        </p:nvSpPr>
        <p:spPr>
          <a:xfrm>
            <a:off x="7005066" y="2838450"/>
            <a:ext cx="4672584" cy="1495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Fold with imagination.</a:t>
            </a:r>
            <a:endParaRPr lang="en-US" sz="2250"/>
          </a:p>
        </p:txBody>
      </p:sp>
      <p:sp>
        <p:nvSpPr>
          <p:cNvPr id="8" name="slide_7fe8b41b5ab6492a_shape_6"/>
          <p:cNvSpPr/>
          <p:nvPr/>
        </p:nvSpPr>
        <p:spPr>
          <a:xfrm>
            <a:off x="6776466" y="4629150"/>
            <a:ext cx="38100" cy="1400175"/>
          </a:xfrm>
          <a:prstGeom prst="roundRect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9" name="slide_7fe8b41b5ab6492a_item_7"/>
          <p:cNvSpPr txBox="1"/>
          <p:nvPr/>
        </p:nvSpPr>
        <p:spPr>
          <a:xfrm>
            <a:off x="7005066" y="4562475"/>
            <a:ext cx="4672584" cy="1495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Fly with friends.</a:t>
            </a:r>
            <a:endParaRPr lang="en-US" sz="2250"/>
          </a:p>
        </p:txBody>
      </p:sp>
      <p:sp>
        <p:nvSpPr>
          <p:cNvPr id="10" name="slide_7fe8b41b5ab6492a_shape_8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1" name="slide_7fe8b41b5ab6492a_footer_9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01 / 03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ery fold starts a story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7773219af6324e30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7773219af6324e30_title_1"/>
          <p:cNvSpPr txBox="1"/>
          <p:nvPr/>
        </p:nvSpPr>
        <p:spPr>
          <a:xfrm>
            <a:off x="514350" y="1143000"/>
            <a:ext cx="11163300" cy="1303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74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dirty="0">
                <a:solidFill>
                  <a:srgbClr val="232B27"/>
                </a:solidFill>
                <a:latin typeface="Georgia"/>
                <a:ea typeface="Georgia"/>
              </a:rPr>
              <a:t xml:space="preserve">Every fold starts a story</a:t>
            </a:r>
            <a:endParaRPr lang="en-US" sz="4200"/>
          </a:p>
        </p:txBody>
      </p:sp>
      <p:sp>
        <p:nvSpPr>
          <p:cNvPr id="4" name="slide_7773219af6324e30_body_2"/>
          <p:cNvSpPr txBox="1"/>
          <p:nvPr/>
        </p:nvSpPr>
        <p:spPr>
          <a:xfrm>
            <a:off x="514350" y="2750820"/>
            <a:ext cx="11163300" cy="9921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Our imaginary workshop welcomes playful experiments.</a:t>
            </a:r>
            <a:endParaRPr lang="en-US" sz="1875"/>
          </a:p>
        </p:txBody>
      </p:sp>
      <p:sp>
        <p:nvSpPr>
          <p:cNvPr id="5" name="slide_7773219af6324e30_shape_3"/>
          <p:cNvSpPr/>
          <p:nvPr/>
        </p:nvSpPr>
        <p:spPr>
          <a:xfrm>
            <a:off x="51435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6" name="slide_7773219af6324e30_item_4"/>
          <p:cNvSpPr txBox="1"/>
          <p:nvPr/>
        </p:nvSpPr>
        <p:spPr>
          <a:xfrm>
            <a:off x="70485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Arial"/>
                <a:ea typeface="Arial"/>
              </a:rPr>
              <a:t xml:space="preserve">Sketch a wing idea.</a:t>
            </a:r>
            <a:endParaRPr lang="en-US" sz="2175"/>
          </a:p>
        </p:txBody>
      </p:sp>
      <p:sp>
        <p:nvSpPr>
          <p:cNvPr id="7" name="slide_7773219af6324e30_shape_5"/>
          <p:cNvSpPr/>
          <p:nvPr/>
        </p:nvSpPr>
        <p:spPr>
          <a:xfrm>
            <a:off x="6210300" y="3971544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8" name="slide_7773219af6324e30_item_6"/>
          <p:cNvSpPr txBox="1"/>
          <p:nvPr/>
        </p:nvSpPr>
        <p:spPr>
          <a:xfrm>
            <a:off x="6400800" y="4142994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Arial"/>
                <a:ea typeface="Arial"/>
              </a:rPr>
              <a:t xml:space="preserve">Give your plane a name.</a:t>
            </a:r>
            <a:endParaRPr lang="en-US" sz="2175"/>
          </a:p>
        </p:txBody>
      </p:sp>
      <p:sp>
        <p:nvSpPr>
          <p:cNvPr id="9" name="slide_7773219af6324e30_shape_7"/>
          <p:cNvSpPr/>
          <p:nvPr/>
        </p:nvSpPr>
        <p:spPr>
          <a:xfrm>
            <a:off x="514350" y="5129022"/>
            <a:ext cx="5467350" cy="928878"/>
          </a:xfrm>
          <a:prstGeom prst="roundRect">
            <a:avLst/>
          </a:prstGeom>
          <a:solidFill>
            <a:srgbClr val="EDE5D7"/>
          </a:solidFill>
          <a:ln>
            <a:noFill/>
          </a:ln>
        </p:spPr>
      </p:sp>
      <p:sp>
        <p:nvSpPr>
          <p:cNvPr id="10" name="slide_7773219af6324e30_item_8"/>
          <p:cNvSpPr txBox="1"/>
          <p:nvPr/>
        </p:nvSpPr>
        <p:spPr>
          <a:xfrm>
            <a:off x="704850" y="5300472"/>
            <a:ext cx="5086350" cy="5859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762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75" dirty="0">
                <a:solidFill>
                  <a:srgbClr val="232B27"/>
                </a:solidFill>
                <a:latin typeface="Arial"/>
                <a:ea typeface="Arial"/>
              </a:rPr>
              <a:t xml:space="preserve">Share what you would change.</a:t>
            </a:r>
            <a:endParaRPr lang="en-US" sz="2175"/>
          </a:p>
        </p:txBody>
      </p:sp>
      <p:sp>
        <p:nvSpPr>
          <p:cNvPr id="11" name="slide_7773219af6324e30_shape_9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7773219af6324e30_footer_10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02 / 03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Make room for the next flight"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fee04813dd214185_eyebrow_0"/>
          <p:cNvSpPr txBox="1"/>
          <p:nvPr/>
        </p:nvSpPr>
        <p:spPr>
          <a:xfrm>
            <a:off x="514350" y="514350"/>
            <a:ext cx="93771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A6422A"/>
                </a:solidFill>
                <a:latin typeface="Arial"/>
                <a:ea typeface="Arial"/>
              </a:rPr>
              <a:t xml:space="preserve">DECKWEFT</a:t>
            </a:r>
            <a:endParaRPr lang="en-US" sz="1200"/>
          </a:p>
        </p:txBody>
      </p:sp>
      <p:sp>
        <p:nvSpPr>
          <p:cNvPr id="3" name="slide_fee04813dd214185_title_1"/>
          <p:cNvSpPr txBox="1"/>
          <p:nvPr/>
        </p:nvSpPr>
        <p:spPr>
          <a:xfrm>
            <a:off x="514350" y="1371600"/>
            <a:ext cx="4465320" cy="342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49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Georgia"/>
                <a:ea typeface="Georgia"/>
              </a:rPr>
              <a:t xml:space="preserve">Make room for</a:t>
            </a:r>
            <a:endParaRPr lang="en-US" sz="4350"/>
          </a:p>
          <a:p>
            <a:pPr marL="0" indent="0">
              <a:lnSpc>
                <a:spcPts val="49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Georgia"/>
                <a:ea typeface="Georgia"/>
              </a:rPr>
              <a:t xml:space="preserve"> the next </a:t>
            </a:r>
            <a:endParaRPr lang="en-US" sz="4350"/>
          </a:p>
          <a:p>
            <a:pPr marL="0" indent="0">
              <a:lnSpc>
                <a:spcPts val="4916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350" dirty="0">
                <a:solidFill>
                  <a:srgbClr val="232B27"/>
                </a:solidFill>
                <a:latin typeface="Georgia"/>
                <a:ea typeface="Georgia"/>
              </a:rPr>
              <a:t xml:space="preserve">flight</a:t>
            </a:r>
            <a:endParaRPr lang="en-US" sz="4350"/>
          </a:p>
        </p:txBody>
      </p:sp>
      <p:sp>
        <p:nvSpPr>
          <p:cNvPr id="4" name="slide_fee04813dd214185_body_2"/>
          <p:cNvSpPr txBox="1"/>
          <p:nvPr/>
        </p:nvSpPr>
        <p:spPr>
          <a:xfrm>
            <a:off x="5513070" y="1371600"/>
            <a:ext cx="6164580" cy="1143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75" dirty="0">
                <a:solidFill>
                  <a:srgbClr val="5D655E"/>
                </a:solidFill>
                <a:latin typeface="Arial"/>
                <a:ea typeface="Arial"/>
              </a:rPr>
              <a:t xml:space="preserve">Join our fictional club's next creative session.</a:t>
            </a:r>
            <a:endParaRPr lang="en-US" sz="1875"/>
          </a:p>
        </p:txBody>
      </p:sp>
      <p:sp>
        <p:nvSpPr>
          <p:cNvPr id="5" name="slide_fee04813dd214185_shape_3"/>
          <p:cNvSpPr/>
          <p:nvPr/>
        </p:nvSpPr>
        <p:spPr>
          <a:xfrm>
            <a:off x="5513070" y="27622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6" name="slide_fee04813dd214185_step-number_4"/>
          <p:cNvSpPr txBox="1"/>
          <p:nvPr/>
        </p:nvSpPr>
        <p:spPr>
          <a:xfrm>
            <a:off x="5598795" y="28194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1</a:t>
            </a:r>
            <a:endParaRPr lang="en-US" sz="1200"/>
          </a:p>
        </p:txBody>
      </p:sp>
      <p:sp>
        <p:nvSpPr>
          <p:cNvPr id="7" name="slide_fee04813dd214185_shape_5"/>
          <p:cNvSpPr/>
          <p:nvPr/>
        </p:nvSpPr>
        <p:spPr>
          <a:xfrm>
            <a:off x="5655945" y="3124200"/>
            <a:ext cx="19050" cy="762000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8" name="slide_fee04813dd214185_item_6"/>
          <p:cNvSpPr txBox="1"/>
          <p:nvPr/>
        </p:nvSpPr>
        <p:spPr>
          <a:xfrm>
            <a:off x="5970270" y="27432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Bring a sheet of paper.</a:t>
            </a:r>
            <a:endParaRPr lang="en-US" sz="2250"/>
          </a:p>
        </p:txBody>
      </p:sp>
      <p:sp>
        <p:nvSpPr>
          <p:cNvPr id="9" name="slide_fee04813dd214185_shape_7"/>
          <p:cNvSpPr/>
          <p:nvPr/>
        </p:nvSpPr>
        <p:spPr>
          <a:xfrm>
            <a:off x="5513070" y="39433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0" name="slide_fee04813dd214185_step-number_8"/>
          <p:cNvSpPr txBox="1"/>
          <p:nvPr/>
        </p:nvSpPr>
        <p:spPr>
          <a:xfrm>
            <a:off x="5598795" y="40005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2</a:t>
            </a:r>
            <a:endParaRPr lang="en-US" sz="1200"/>
          </a:p>
        </p:txBody>
      </p:sp>
      <p:sp>
        <p:nvSpPr>
          <p:cNvPr id="11" name="slide_fee04813dd214185_shape_9"/>
          <p:cNvSpPr/>
          <p:nvPr/>
        </p:nvSpPr>
        <p:spPr>
          <a:xfrm>
            <a:off x="5655945" y="4305300"/>
            <a:ext cx="19050" cy="762000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2" name="slide_fee04813dd214185_item_10"/>
          <p:cNvSpPr txBox="1"/>
          <p:nvPr/>
        </p:nvSpPr>
        <p:spPr>
          <a:xfrm>
            <a:off x="5970270" y="39243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Help a fellow folder.</a:t>
            </a:r>
            <a:endParaRPr lang="en-US" sz="2250"/>
          </a:p>
        </p:txBody>
      </p:sp>
      <p:sp>
        <p:nvSpPr>
          <p:cNvPr id="13" name="slide_fee04813dd214185_shape_11"/>
          <p:cNvSpPr/>
          <p:nvPr/>
        </p:nvSpPr>
        <p:spPr>
          <a:xfrm>
            <a:off x="5513070" y="5124450"/>
            <a:ext cx="304800" cy="304800"/>
          </a:xfrm>
          <a:prstGeom prst="ellipse">
            <a:avLst/>
          </a:prstGeom>
          <a:solidFill>
            <a:srgbClr val="A6422A"/>
          </a:solidFill>
          <a:ln>
            <a:noFill/>
          </a:ln>
        </p:spPr>
      </p:sp>
      <p:sp>
        <p:nvSpPr>
          <p:cNvPr id="14" name="slide_fee04813dd214185_step-number_12"/>
          <p:cNvSpPr txBox="1"/>
          <p:nvPr/>
        </p:nvSpPr>
        <p:spPr>
          <a:xfrm>
            <a:off x="5598795" y="51816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52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F8F5EE"/>
                </a:solidFill>
                <a:latin typeface="Arial"/>
                <a:ea typeface="Arial"/>
              </a:rPr>
              <a:t xml:space="preserve">3</a:t>
            </a:r>
            <a:endParaRPr lang="en-US" sz="1200"/>
          </a:p>
        </p:txBody>
      </p:sp>
      <p:sp>
        <p:nvSpPr>
          <p:cNvPr id="15" name="slide_fee04813dd214185_item_13"/>
          <p:cNvSpPr txBox="1"/>
          <p:nvPr/>
        </p:nvSpPr>
        <p:spPr>
          <a:xfrm>
            <a:off x="5970270" y="5105400"/>
            <a:ext cx="5707380" cy="952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28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50" dirty="0">
                <a:solidFill>
                  <a:srgbClr val="232B27"/>
                </a:solidFill>
                <a:latin typeface="Arial"/>
                <a:ea typeface="Arial"/>
              </a:rPr>
              <a:t xml:space="preserve">Leave with a new idea.</a:t>
            </a:r>
            <a:endParaRPr lang="en-US" sz="2250"/>
          </a:p>
        </p:txBody>
      </p:sp>
      <p:sp>
        <p:nvSpPr>
          <p:cNvPr id="16" name="slide_fee04813dd214185_shape_14"/>
          <p:cNvSpPr/>
          <p:nvPr/>
        </p:nvSpPr>
        <p:spPr>
          <a:xfrm>
            <a:off x="514350" y="6248400"/>
            <a:ext cx="11163300" cy="9525"/>
          </a:xfrm>
          <a:prstGeom prst="rect">
            <a:avLst/>
          </a:prstGeom>
          <a:solidFill>
            <a:srgbClr val="D8D1C4"/>
          </a:solidFill>
          <a:ln>
            <a:noFill/>
          </a:ln>
        </p:spPr>
      </p:sp>
      <p:sp>
        <p:nvSpPr>
          <p:cNvPr id="17" name="slide_fee04813dd214185_footer_15"/>
          <p:cNvSpPr txBox="1"/>
          <p:nvPr/>
        </p:nvSpPr>
        <p:spPr>
          <a:xfrm>
            <a:off x="10725150" y="6419850"/>
            <a:ext cx="9525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marL="0" indent="0">
              <a:lnSpc>
                <a:spcPts val="1334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5D655E"/>
                </a:solidFill>
                <a:latin typeface="Arial"/>
                <a:ea typeface="Arial"/>
              </a:rPr>
              <a:t xml:space="preserve">03 / 03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kWeft">
  <a:themeElements>
    <a:clrScheme name="DeckWeft">
      <a:dk1>
        <a:srgbClr val="232B27"/>
      </a:dk1>
      <a:lt1>
        <a:srgbClr val="FFFFFF"/>
      </a:lt1>
      <a:dk2>
        <a:srgbClr val="182923"/>
      </a:dk2>
      <a:lt2>
        <a:srgbClr val="F8F5EE"/>
      </a:lt2>
      <a:accent1>
        <a:srgbClr val="A6422A"/>
      </a:accent1>
      <a:accent2>
        <a:srgbClr val="166C65"/>
      </a:accent2>
      <a:accent3>
        <a:srgbClr val="6A5ACD"/>
      </a:accent3>
      <a:accent4>
        <a:srgbClr val="D8D1C4"/>
      </a:accent4>
      <a:accent5>
        <a:srgbClr val="759786"/>
      </a:accent5>
      <a:accent6>
        <a:srgbClr val="E7BA9F"/>
      </a:accent6>
      <a:hlink>
        <a:srgbClr val="166C65"/>
      </a:hlink>
      <a:folHlink>
        <a:srgbClr val="6A5ACD"/>
      </a:folHlink>
    </a:clrScheme>
    <a:fontScheme name="DeckWeft">
      <a:majorFont>
        <a:latin typeface="Georgia"/>
        <a:ea typeface="Noto Serif CJK SC"/>
        <a:cs typeface="Arial"/>
      </a:majorFont>
      <a:minorFont>
        <a:latin typeface="Arial"/>
        <a:ea typeface="Noto Sans CJK SC"/>
        <a:cs typeface="Arial"/>
      </a:minorFont>
    </a:fontScheme>
    <a:fmtScheme name="DeckWe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DeckWeft</Application>
  <PresentationFormat>Custom</PresentationFormat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Cloudfold Club — d88de8e48d39</dc:title>
  <dc:creator>DeckWeft</dc:creator>
  <dc:description>Editable text and shapes. Review fonts in the target presentation app.</dc:description>
</cp:coreProperties>
</file>